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sldIdLst>
    <p:sldId id="256" r:id="rId2"/>
    <p:sldId id="257" r:id="rId3"/>
    <p:sldId id="258" r:id="rId4"/>
    <p:sldId id="259" r:id="rId5"/>
    <p:sldId id="267" r:id="rId6"/>
    <p:sldId id="268" r:id="rId7"/>
    <p:sldId id="269" r:id="rId8"/>
    <p:sldId id="263" r:id="rId9"/>
    <p:sldId id="264" r:id="rId10"/>
    <p:sldId id="265" r:id="rId11"/>
    <p:sldId id="266" r:id="rId12"/>
    <p:sldId id="27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71" autoAdjust="0"/>
    <p:restoredTop sz="94660"/>
  </p:normalViewPr>
  <p:slideViewPr>
    <p:cSldViewPr snapToGrid="0" snapToObjects="1">
      <p:cViewPr varScale="1">
        <p:scale>
          <a:sx n="70" d="100"/>
          <a:sy n="70" d="100"/>
        </p:scale>
        <p:origin x="160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844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558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2451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1994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8615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445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4000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415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6363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700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7522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41885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7895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6025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6891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0378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536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80052551"/>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Student Task Scheduler using Linked List, Stack, and Queue in Java</a:t>
            </a:r>
          </a:p>
        </p:txBody>
      </p:sp>
      <p:sp>
        <p:nvSpPr>
          <p:cNvPr id="3" name="Content Placeholder 2"/>
          <p:cNvSpPr>
            <a:spLocks noGrp="1"/>
          </p:cNvSpPr>
          <p:nvPr>
            <p:ph idx="1"/>
          </p:nvPr>
        </p:nvSpPr>
        <p:spPr/>
        <p:txBody>
          <a:bodyPr/>
          <a:lstStyle/>
          <a:p>
            <a:r>
              <a:rPr dirty="0"/>
              <a:t>Group Member: Tanishk</a:t>
            </a:r>
            <a:r>
              <a:rPr lang="en-US" dirty="0"/>
              <a:t> joshi</a:t>
            </a:r>
            <a:r>
              <a:rPr dirty="0"/>
              <a:t> – </a:t>
            </a:r>
            <a:r>
              <a:rPr lang="en-US" dirty="0"/>
              <a:t>2510030361</a:t>
            </a:r>
          </a:p>
          <a:p>
            <a:pPr marL="0" indent="0">
              <a:buNone/>
            </a:pPr>
            <a:r>
              <a:rPr lang="en-US" dirty="0"/>
              <a:t>                               Harshil kokney-2510030370</a:t>
            </a:r>
          </a:p>
          <a:p>
            <a:pPr marL="0" indent="0">
              <a:buNone/>
            </a:pPr>
            <a:r>
              <a:rPr lang="en-US" dirty="0"/>
              <a:t>                                  </a:t>
            </a:r>
            <a:r>
              <a:rPr lang="en-US" dirty="0" err="1"/>
              <a:t>rithwik</a:t>
            </a:r>
            <a:r>
              <a:rPr lang="en-US" dirty="0"/>
              <a:t> reddy-2510030318</a:t>
            </a:r>
            <a:endParaRPr dirty="0"/>
          </a:p>
          <a:p>
            <a:r>
              <a:rPr dirty="0"/>
              <a:t>Guided By: </a:t>
            </a:r>
            <a:r>
              <a:rPr lang="en-US" dirty="0"/>
              <a:t>Mahesh babu</a:t>
            </a:r>
            <a:endParaRPr dirty="0"/>
          </a:p>
          <a:p>
            <a:r>
              <a:rPr dirty="0"/>
              <a:t>KL University Hyderabad</a:t>
            </a:r>
          </a:p>
        </p:txBody>
      </p:sp>
      <p:pic>
        <p:nvPicPr>
          <p:cNvPr id="5" name="Picture 4">
            <a:extLst>
              <a:ext uri="{FF2B5EF4-FFF2-40B4-BE49-F238E27FC236}">
                <a16:creationId xmlns:a16="http://schemas.microsoft.com/office/drawing/2014/main" id="{78188755-8855-1BD9-CBA0-9CBB18DAF1E2}"/>
              </a:ext>
            </a:extLst>
          </p:cNvPr>
          <p:cNvPicPr>
            <a:picLocks noChangeAspect="1"/>
          </p:cNvPicPr>
          <p:nvPr/>
        </p:nvPicPr>
        <p:blipFill>
          <a:blip r:embed="rId2"/>
          <a:srcRect t="17712" b="12445"/>
          <a:stretch>
            <a:fillRect/>
          </a:stretch>
        </p:blipFill>
        <p:spPr>
          <a:xfrm>
            <a:off x="492395" y="868679"/>
            <a:ext cx="1593961" cy="838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 Demonstrates use of Linked List, Stack, and Queue in Java</a:t>
            </a:r>
          </a:p>
          <a:p>
            <a:r>
              <a:t>• Manages student records such as roll number and marks</a:t>
            </a:r>
          </a:p>
          <a:p>
            <a:r>
              <a:t>• Shows how multiple data structures work together</a:t>
            </a:r>
          </a:p>
          <a:p>
            <a:r>
              <a:t>• Console-based Java application</a:t>
            </a:r>
          </a:p>
        </p:txBody>
      </p:sp>
      <p:pic>
        <p:nvPicPr>
          <p:cNvPr id="4" name="Picture 3">
            <a:extLst>
              <a:ext uri="{FF2B5EF4-FFF2-40B4-BE49-F238E27FC236}">
                <a16:creationId xmlns:a16="http://schemas.microsoft.com/office/drawing/2014/main" id="{0F2AB4E4-7A1B-BC3D-9AE3-F4CEF0B0E09E}"/>
              </a:ext>
            </a:extLst>
          </p:cNvPr>
          <p:cNvPicPr>
            <a:picLocks noChangeAspect="1"/>
          </p:cNvPicPr>
          <p:nvPr/>
        </p:nvPicPr>
        <p:blipFill>
          <a:blip r:embed="rId2"/>
          <a:srcRect t="17712" b="12445"/>
          <a:stretch>
            <a:fillRect/>
          </a:stretch>
        </p:blipFill>
        <p:spPr>
          <a:xfrm>
            <a:off x="492395" y="678674"/>
            <a:ext cx="1593961" cy="8382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a:t>
            </a:r>
          </a:p>
        </p:txBody>
      </p:sp>
      <p:sp>
        <p:nvSpPr>
          <p:cNvPr id="3" name="Content Placeholder 2"/>
          <p:cNvSpPr>
            <a:spLocks noGrp="1"/>
          </p:cNvSpPr>
          <p:nvPr>
            <p:ph idx="1"/>
          </p:nvPr>
        </p:nvSpPr>
        <p:spPr/>
        <p:txBody>
          <a:bodyPr/>
          <a:lstStyle/>
          <a:p>
            <a:r>
              <a:t>• Store and manage student data dynamically</a:t>
            </a:r>
          </a:p>
          <a:p>
            <a:r>
              <a:t>• Perform operations like add, remove, display, and sort</a:t>
            </a:r>
          </a:p>
          <a:p>
            <a:r>
              <a:t>• Implement undo functionality using Stack</a:t>
            </a:r>
          </a:p>
          <a:p>
            <a:r>
              <a:t>• Process students using Queue (FIFO)</a:t>
            </a:r>
          </a:p>
        </p:txBody>
      </p:sp>
      <p:pic>
        <p:nvPicPr>
          <p:cNvPr id="4" name="Picture 3">
            <a:extLst>
              <a:ext uri="{FF2B5EF4-FFF2-40B4-BE49-F238E27FC236}">
                <a16:creationId xmlns:a16="http://schemas.microsoft.com/office/drawing/2014/main" id="{01A53D11-7AD0-0D3E-0235-0DAF4FA42FEE}"/>
              </a:ext>
            </a:extLst>
          </p:cNvPr>
          <p:cNvPicPr>
            <a:picLocks noChangeAspect="1"/>
          </p:cNvPicPr>
          <p:nvPr/>
        </p:nvPicPr>
        <p:blipFill>
          <a:blip r:embed="rId2"/>
          <a:srcRect t="17712" b="12445"/>
          <a:stretch>
            <a:fillRect/>
          </a:stretch>
        </p:blipFill>
        <p:spPr>
          <a:xfrm>
            <a:off x="266764" y="572686"/>
            <a:ext cx="1593961" cy="838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normAutofit/>
          </a:bodyPr>
          <a:lstStyle/>
          <a:p>
            <a:r>
              <a:rPr dirty="0"/>
              <a:t>• Programming Language: Java</a:t>
            </a:r>
          </a:p>
          <a:p>
            <a:r>
              <a:rPr dirty="0"/>
              <a:t>• Concepts Used:</a:t>
            </a:r>
          </a:p>
          <a:p>
            <a:r>
              <a:rPr dirty="0"/>
              <a:t>  - Linked List</a:t>
            </a:r>
          </a:p>
          <a:p>
            <a:r>
              <a:rPr dirty="0"/>
              <a:t>  - Stack</a:t>
            </a:r>
          </a:p>
          <a:p>
            <a:r>
              <a:rPr dirty="0"/>
              <a:t>  - Queue</a:t>
            </a:r>
          </a:p>
          <a:p>
            <a:r>
              <a:rPr dirty="0"/>
              <a:t>  - Sorting Logic</a:t>
            </a:r>
          </a:p>
          <a:p>
            <a:r>
              <a:rPr dirty="0"/>
              <a:t>  - Object-Oriented Programming</a:t>
            </a:r>
          </a:p>
        </p:txBody>
      </p:sp>
      <p:pic>
        <p:nvPicPr>
          <p:cNvPr id="4" name="Picture 3">
            <a:extLst>
              <a:ext uri="{FF2B5EF4-FFF2-40B4-BE49-F238E27FC236}">
                <a16:creationId xmlns:a16="http://schemas.microsoft.com/office/drawing/2014/main" id="{4A3333C4-9A6C-1B9D-DC19-1E4D0D8C1FFA}"/>
              </a:ext>
            </a:extLst>
          </p:cNvPr>
          <p:cNvPicPr>
            <a:picLocks noChangeAspect="1"/>
          </p:cNvPicPr>
          <p:nvPr/>
        </p:nvPicPr>
        <p:blipFill>
          <a:blip r:embed="rId2"/>
          <a:srcRect t="17712" b="12445"/>
          <a:stretch>
            <a:fillRect/>
          </a:stretch>
        </p:blipFill>
        <p:spPr>
          <a:xfrm>
            <a:off x="373642" y="594360"/>
            <a:ext cx="1593961" cy="8382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AD57-A9F7-F7C5-B1BE-E8FDC262B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16E97-A4F5-FD9B-2ACA-C2097B10073F}"/>
              </a:ext>
            </a:extLst>
          </p:cNvPr>
          <p:cNvSpPr>
            <a:spLocks noGrp="1"/>
          </p:cNvSpPr>
          <p:nvPr>
            <p:ph type="title"/>
          </p:nvPr>
        </p:nvSpPr>
        <p:spPr/>
        <p:txBody>
          <a:bodyPr/>
          <a:lstStyle/>
          <a:p>
            <a:r>
              <a:t>Operation: Add Student</a:t>
            </a:r>
          </a:p>
        </p:txBody>
      </p:sp>
      <p:sp>
        <p:nvSpPr>
          <p:cNvPr id="3" name="Content Placeholder 2">
            <a:extLst>
              <a:ext uri="{FF2B5EF4-FFF2-40B4-BE49-F238E27FC236}">
                <a16:creationId xmlns:a16="http://schemas.microsoft.com/office/drawing/2014/main" id="{9CBCBF85-6184-DF7C-5D5F-A363C3915677}"/>
              </a:ext>
            </a:extLst>
          </p:cNvPr>
          <p:cNvSpPr>
            <a:spLocks noGrp="1"/>
          </p:cNvSpPr>
          <p:nvPr>
            <p:ph idx="1"/>
          </p:nvPr>
        </p:nvSpPr>
        <p:spPr/>
        <p:txBody>
          <a:bodyPr/>
          <a:lstStyle/>
          <a:p>
            <a:r>
              <a:rPr dirty="0"/>
              <a:t>• User enters roll number and marks</a:t>
            </a:r>
          </a:p>
          <a:p>
            <a:r>
              <a:rPr dirty="0"/>
              <a:t>• Student is added to Linked List</a:t>
            </a:r>
          </a:p>
          <a:p>
            <a:r>
              <a:rPr dirty="0"/>
              <a:t>• Student is also added to Queue</a:t>
            </a:r>
          </a:p>
          <a:p>
            <a:endParaRPr dirty="0"/>
          </a:p>
          <a:p>
            <a:endParaRPr dirty="0"/>
          </a:p>
        </p:txBody>
      </p:sp>
      <p:pic>
        <p:nvPicPr>
          <p:cNvPr id="5" name="Picture 4">
            <a:extLst>
              <a:ext uri="{FF2B5EF4-FFF2-40B4-BE49-F238E27FC236}">
                <a16:creationId xmlns:a16="http://schemas.microsoft.com/office/drawing/2014/main" id="{AFE9308E-4D84-96C7-CFC4-6C42A9477F14}"/>
              </a:ext>
            </a:extLst>
          </p:cNvPr>
          <p:cNvPicPr>
            <a:picLocks noChangeAspect="1"/>
          </p:cNvPicPr>
          <p:nvPr/>
        </p:nvPicPr>
        <p:blipFill>
          <a:blip r:embed="rId2"/>
          <a:stretch>
            <a:fillRect/>
          </a:stretch>
        </p:blipFill>
        <p:spPr>
          <a:xfrm>
            <a:off x="5735454" y="2057401"/>
            <a:ext cx="3042786" cy="4684775"/>
          </a:xfrm>
          <a:prstGeom prst="rect">
            <a:avLst/>
          </a:prstGeom>
        </p:spPr>
      </p:pic>
      <p:pic>
        <p:nvPicPr>
          <p:cNvPr id="7" name="Picture 6">
            <a:extLst>
              <a:ext uri="{FF2B5EF4-FFF2-40B4-BE49-F238E27FC236}">
                <a16:creationId xmlns:a16="http://schemas.microsoft.com/office/drawing/2014/main" id="{ADFFF522-9186-3B20-D8C1-0B5C7A97186C}"/>
              </a:ext>
            </a:extLst>
          </p:cNvPr>
          <p:cNvPicPr>
            <a:picLocks noChangeAspect="1"/>
          </p:cNvPicPr>
          <p:nvPr/>
        </p:nvPicPr>
        <p:blipFill>
          <a:blip r:embed="rId3"/>
          <a:stretch>
            <a:fillRect/>
          </a:stretch>
        </p:blipFill>
        <p:spPr>
          <a:xfrm>
            <a:off x="2171700" y="4229100"/>
            <a:ext cx="2677383" cy="1724608"/>
          </a:xfrm>
          <a:prstGeom prst="rect">
            <a:avLst/>
          </a:prstGeom>
        </p:spPr>
      </p:pic>
      <p:sp>
        <p:nvSpPr>
          <p:cNvPr id="8" name="TextBox 7">
            <a:extLst>
              <a:ext uri="{FF2B5EF4-FFF2-40B4-BE49-F238E27FC236}">
                <a16:creationId xmlns:a16="http://schemas.microsoft.com/office/drawing/2014/main" id="{DE2F1BF0-5FCA-3A57-C39E-227E06408469}"/>
              </a:ext>
            </a:extLst>
          </p:cNvPr>
          <p:cNvSpPr txBox="1"/>
          <p:nvPr/>
        </p:nvSpPr>
        <p:spPr>
          <a:xfrm>
            <a:off x="3044558" y="3734502"/>
            <a:ext cx="931665" cy="369332"/>
          </a:xfrm>
          <a:prstGeom prst="rect">
            <a:avLst/>
          </a:prstGeom>
          <a:noFill/>
        </p:spPr>
        <p:txBody>
          <a:bodyPr wrap="none" rtlCol="0">
            <a:spAutoFit/>
          </a:bodyPr>
          <a:lstStyle/>
          <a:p>
            <a:r>
              <a:rPr lang="en-US" dirty="0"/>
              <a:t>output</a:t>
            </a:r>
          </a:p>
        </p:txBody>
      </p:sp>
      <p:pic>
        <p:nvPicPr>
          <p:cNvPr id="9" name="Picture 8">
            <a:extLst>
              <a:ext uri="{FF2B5EF4-FFF2-40B4-BE49-F238E27FC236}">
                <a16:creationId xmlns:a16="http://schemas.microsoft.com/office/drawing/2014/main" id="{E13DF840-19CA-A3C3-9292-960B26282F04}"/>
              </a:ext>
            </a:extLst>
          </p:cNvPr>
          <p:cNvPicPr>
            <a:picLocks noChangeAspect="1"/>
          </p:cNvPicPr>
          <p:nvPr/>
        </p:nvPicPr>
        <p:blipFill>
          <a:blip r:embed="rId4"/>
          <a:srcRect t="17712" b="12445"/>
          <a:stretch>
            <a:fillRect/>
          </a:stretch>
        </p:blipFill>
        <p:spPr>
          <a:xfrm>
            <a:off x="219263" y="594360"/>
            <a:ext cx="1593961" cy="838201"/>
          </a:xfrm>
          <a:prstGeom prst="rect">
            <a:avLst/>
          </a:prstGeom>
        </p:spPr>
      </p:pic>
    </p:spTree>
    <p:extLst>
      <p:ext uri="{BB962C8B-B14F-4D97-AF65-F5344CB8AC3E}">
        <p14:creationId xmlns:p14="http://schemas.microsoft.com/office/powerpoint/2010/main" val="17363518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32902-EEB0-7020-CF42-ABEF0BD80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14203-A0CB-496C-AC68-48D3C52C35D7}"/>
              </a:ext>
            </a:extLst>
          </p:cNvPr>
          <p:cNvSpPr>
            <a:spLocks noGrp="1"/>
          </p:cNvSpPr>
          <p:nvPr>
            <p:ph type="title"/>
          </p:nvPr>
        </p:nvSpPr>
        <p:spPr/>
        <p:txBody>
          <a:bodyPr/>
          <a:lstStyle/>
          <a:p>
            <a:r>
              <a:t>Operation: Display Students</a:t>
            </a:r>
          </a:p>
        </p:txBody>
      </p:sp>
      <p:sp>
        <p:nvSpPr>
          <p:cNvPr id="3" name="Content Placeholder 2">
            <a:extLst>
              <a:ext uri="{FF2B5EF4-FFF2-40B4-BE49-F238E27FC236}">
                <a16:creationId xmlns:a16="http://schemas.microsoft.com/office/drawing/2014/main" id="{8C1D2E79-581F-FD7D-3746-97316AD7C3FD}"/>
              </a:ext>
            </a:extLst>
          </p:cNvPr>
          <p:cNvSpPr>
            <a:spLocks noGrp="1"/>
          </p:cNvSpPr>
          <p:nvPr>
            <p:ph idx="1"/>
          </p:nvPr>
        </p:nvSpPr>
        <p:spPr/>
        <p:txBody>
          <a:bodyPr/>
          <a:lstStyle/>
          <a:p>
            <a:r>
              <a:rPr dirty="0"/>
              <a:t>• Traverses Linked List</a:t>
            </a:r>
          </a:p>
          <a:p>
            <a:r>
              <a:rPr dirty="0"/>
              <a:t>• Displays Roll Number and Marks</a:t>
            </a:r>
          </a:p>
          <a:p>
            <a:r>
              <a:rPr dirty="0"/>
              <a:t>• Shows all stored student records</a:t>
            </a:r>
            <a:r>
              <a:rPr lang="en-US" dirty="0"/>
              <a:t>        </a:t>
            </a:r>
            <a:endParaRPr dirty="0"/>
          </a:p>
          <a:p>
            <a:endParaRPr dirty="0"/>
          </a:p>
          <a:p>
            <a:r>
              <a:rPr dirty="0"/>
              <a:t>[Insert Code Screenshot]</a:t>
            </a:r>
          </a:p>
          <a:p>
            <a:r>
              <a:rPr dirty="0"/>
              <a:t>[Insert Output Screenshot]</a:t>
            </a:r>
            <a:endParaRPr lang="en-US" dirty="0"/>
          </a:p>
          <a:p>
            <a:endParaRPr dirty="0"/>
          </a:p>
        </p:txBody>
      </p:sp>
      <p:pic>
        <p:nvPicPr>
          <p:cNvPr id="5" name="Picture 4">
            <a:extLst>
              <a:ext uri="{FF2B5EF4-FFF2-40B4-BE49-F238E27FC236}">
                <a16:creationId xmlns:a16="http://schemas.microsoft.com/office/drawing/2014/main" id="{E86C3C8E-3CC4-DFB2-CE64-049D5516D543}"/>
              </a:ext>
            </a:extLst>
          </p:cNvPr>
          <p:cNvPicPr>
            <a:picLocks noChangeAspect="1"/>
          </p:cNvPicPr>
          <p:nvPr/>
        </p:nvPicPr>
        <p:blipFill>
          <a:blip r:embed="rId2"/>
          <a:stretch>
            <a:fillRect/>
          </a:stretch>
        </p:blipFill>
        <p:spPr>
          <a:xfrm>
            <a:off x="561414" y="3610099"/>
            <a:ext cx="4010585" cy="2873827"/>
          </a:xfrm>
          <a:prstGeom prst="rect">
            <a:avLst/>
          </a:prstGeom>
        </p:spPr>
      </p:pic>
      <p:pic>
        <p:nvPicPr>
          <p:cNvPr id="7" name="Picture 6">
            <a:extLst>
              <a:ext uri="{FF2B5EF4-FFF2-40B4-BE49-F238E27FC236}">
                <a16:creationId xmlns:a16="http://schemas.microsoft.com/office/drawing/2014/main" id="{FDC42963-1BBF-4F74-84A9-DBCD4B4A4AED}"/>
              </a:ext>
            </a:extLst>
          </p:cNvPr>
          <p:cNvPicPr>
            <a:picLocks noChangeAspect="1"/>
          </p:cNvPicPr>
          <p:nvPr/>
        </p:nvPicPr>
        <p:blipFill>
          <a:blip r:embed="rId3"/>
          <a:stretch>
            <a:fillRect/>
          </a:stretch>
        </p:blipFill>
        <p:spPr>
          <a:xfrm>
            <a:off x="4952011" y="4499084"/>
            <a:ext cx="2606659" cy="1842337"/>
          </a:xfrm>
          <a:prstGeom prst="rect">
            <a:avLst/>
          </a:prstGeom>
        </p:spPr>
      </p:pic>
      <p:sp>
        <p:nvSpPr>
          <p:cNvPr id="8" name="TextBox 7">
            <a:extLst>
              <a:ext uri="{FF2B5EF4-FFF2-40B4-BE49-F238E27FC236}">
                <a16:creationId xmlns:a16="http://schemas.microsoft.com/office/drawing/2014/main" id="{4BF79C98-4B01-B1AF-6A98-1308A5569A70}"/>
              </a:ext>
            </a:extLst>
          </p:cNvPr>
          <p:cNvSpPr txBox="1"/>
          <p:nvPr/>
        </p:nvSpPr>
        <p:spPr>
          <a:xfrm>
            <a:off x="5266706" y="3918372"/>
            <a:ext cx="1977267" cy="369332"/>
          </a:xfrm>
          <a:prstGeom prst="rect">
            <a:avLst/>
          </a:prstGeom>
          <a:noFill/>
        </p:spPr>
        <p:txBody>
          <a:bodyPr wrap="square" rtlCol="0">
            <a:spAutoFit/>
          </a:bodyPr>
          <a:lstStyle/>
          <a:p>
            <a:r>
              <a:rPr lang="en-US" dirty="0"/>
              <a:t>Display output</a:t>
            </a:r>
          </a:p>
        </p:txBody>
      </p:sp>
      <p:pic>
        <p:nvPicPr>
          <p:cNvPr id="9" name="Picture 8">
            <a:extLst>
              <a:ext uri="{FF2B5EF4-FFF2-40B4-BE49-F238E27FC236}">
                <a16:creationId xmlns:a16="http://schemas.microsoft.com/office/drawing/2014/main" id="{7E0FE4DA-F906-CCD5-B678-8BFF8034AB37}"/>
              </a:ext>
            </a:extLst>
          </p:cNvPr>
          <p:cNvPicPr>
            <a:picLocks noChangeAspect="1"/>
          </p:cNvPicPr>
          <p:nvPr/>
        </p:nvPicPr>
        <p:blipFill>
          <a:blip r:embed="rId4"/>
          <a:srcRect t="17712" b="12445"/>
          <a:stretch>
            <a:fillRect/>
          </a:stretch>
        </p:blipFill>
        <p:spPr>
          <a:xfrm>
            <a:off x="349891" y="572686"/>
            <a:ext cx="1593961" cy="838201"/>
          </a:xfrm>
          <a:prstGeom prst="rect">
            <a:avLst/>
          </a:prstGeom>
        </p:spPr>
      </p:pic>
    </p:spTree>
    <p:extLst>
      <p:ext uri="{BB962C8B-B14F-4D97-AF65-F5344CB8AC3E}">
        <p14:creationId xmlns:p14="http://schemas.microsoft.com/office/powerpoint/2010/main" val="37044030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5602-CA46-0584-B5E5-CE379FB65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82370-3B31-C52A-D5B5-1EE23419C8E0}"/>
              </a:ext>
            </a:extLst>
          </p:cNvPr>
          <p:cNvSpPr>
            <a:spLocks noGrp="1"/>
          </p:cNvSpPr>
          <p:nvPr>
            <p:ph type="title"/>
          </p:nvPr>
        </p:nvSpPr>
        <p:spPr/>
        <p:txBody>
          <a:bodyPr/>
          <a:lstStyle/>
          <a:p>
            <a:r>
              <a:t>Operation: Remove Student</a:t>
            </a:r>
          </a:p>
        </p:txBody>
      </p:sp>
      <p:sp>
        <p:nvSpPr>
          <p:cNvPr id="3" name="Content Placeholder 2">
            <a:extLst>
              <a:ext uri="{FF2B5EF4-FFF2-40B4-BE49-F238E27FC236}">
                <a16:creationId xmlns:a16="http://schemas.microsoft.com/office/drawing/2014/main" id="{1CE23A57-FDF8-E1CF-C315-F7969AFAD5B2}"/>
              </a:ext>
            </a:extLst>
          </p:cNvPr>
          <p:cNvSpPr>
            <a:spLocks noGrp="1"/>
          </p:cNvSpPr>
          <p:nvPr>
            <p:ph idx="1"/>
          </p:nvPr>
        </p:nvSpPr>
        <p:spPr/>
        <p:txBody>
          <a:bodyPr/>
          <a:lstStyle/>
          <a:p>
            <a:r>
              <a:rPr dirty="0"/>
              <a:t>• Removes first student from Linked List</a:t>
            </a:r>
          </a:p>
          <a:p>
            <a:r>
              <a:rPr dirty="0"/>
              <a:t>• Removed student pushed into Stack</a:t>
            </a:r>
          </a:p>
          <a:p>
            <a:r>
              <a:rPr dirty="0"/>
              <a:t>• Allows undo functionality</a:t>
            </a:r>
          </a:p>
          <a:p>
            <a:endParaRPr dirty="0"/>
          </a:p>
          <a:p>
            <a:r>
              <a:rPr dirty="0"/>
              <a:t>[Insert Code Screenshot]</a:t>
            </a:r>
          </a:p>
          <a:p>
            <a:r>
              <a:rPr dirty="0"/>
              <a:t>[Insert Output Screenshot]</a:t>
            </a:r>
          </a:p>
        </p:txBody>
      </p:sp>
      <p:pic>
        <p:nvPicPr>
          <p:cNvPr id="5" name="Picture 4">
            <a:extLst>
              <a:ext uri="{FF2B5EF4-FFF2-40B4-BE49-F238E27FC236}">
                <a16:creationId xmlns:a16="http://schemas.microsoft.com/office/drawing/2014/main" id="{33FBDC23-B9A9-E6BA-5F65-A5E6A554BC60}"/>
              </a:ext>
            </a:extLst>
          </p:cNvPr>
          <p:cNvPicPr>
            <a:picLocks noChangeAspect="1"/>
          </p:cNvPicPr>
          <p:nvPr/>
        </p:nvPicPr>
        <p:blipFill>
          <a:blip r:embed="rId2"/>
          <a:stretch>
            <a:fillRect/>
          </a:stretch>
        </p:blipFill>
        <p:spPr>
          <a:xfrm>
            <a:off x="784768" y="1469815"/>
            <a:ext cx="3585351" cy="3781103"/>
          </a:xfrm>
          <a:prstGeom prst="rect">
            <a:avLst/>
          </a:prstGeom>
        </p:spPr>
      </p:pic>
      <p:pic>
        <p:nvPicPr>
          <p:cNvPr id="7" name="Picture 6">
            <a:extLst>
              <a:ext uri="{FF2B5EF4-FFF2-40B4-BE49-F238E27FC236}">
                <a16:creationId xmlns:a16="http://schemas.microsoft.com/office/drawing/2014/main" id="{5F174097-B9B0-B958-10DE-6465A72B114C}"/>
              </a:ext>
            </a:extLst>
          </p:cNvPr>
          <p:cNvPicPr>
            <a:picLocks noChangeAspect="1"/>
          </p:cNvPicPr>
          <p:nvPr/>
        </p:nvPicPr>
        <p:blipFill>
          <a:blip r:embed="rId3"/>
          <a:stretch>
            <a:fillRect/>
          </a:stretch>
        </p:blipFill>
        <p:spPr>
          <a:xfrm>
            <a:off x="6499951" y="3905934"/>
            <a:ext cx="2543530" cy="1424619"/>
          </a:xfrm>
          <a:prstGeom prst="rect">
            <a:avLst/>
          </a:prstGeom>
        </p:spPr>
      </p:pic>
      <p:sp>
        <p:nvSpPr>
          <p:cNvPr id="8" name="TextBox 7">
            <a:extLst>
              <a:ext uri="{FF2B5EF4-FFF2-40B4-BE49-F238E27FC236}">
                <a16:creationId xmlns:a16="http://schemas.microsoft.com/office/drawing/2014/main" id="{83BB1424-394B-B064-46BD-46091D56C12F}"/>
              </a:ext>
            </a:extLst>
          </p:cNvPr>
          <p:cNvSpPr txBox="1"/>
          <p:nvPr/>
        </p:nvSpPr>
        <p:spPr>
          <a:xfrm>
            <a:off x="7172918" y="3449172"/>
            <a:ext cx="981359" cy="646331"/>
          </a:xfrm>
          <a:prstGeom prst="rect">
            <a:avLst/>
          </a:prstGeom>
          <a:noFill/>
        </p:spPr>
        <p:txBody>
          <a:bodyPr wrap="none" rtlCol="0">
            <a:spAutoFit/>
          </a:bodyPr>
          <a:lstStyle/>
          <a:p>
            <a:r>
              <a:rPr lang="en-US" dirty="0"/>
              <a:t>Output</a:t>
            </a:r>
          </a:p>
          <a:p>
            <a:endParaRPr lang="en-US" dirty="0"/>
          </a:p>
        </p:txBody>
      </p:sp>
      <p:pic>
        <p:nvPicPr>
          <p:cNvPr id="6" name="Picture 5">
            <a:extLst>
              <a:ext uri="{FF2B5EF4-FFF2-40B4-BE49-F238E27FC236}">
                <a16:creationId xmlns:a16="http://schemas.microsoft.com/office/drawing/2014/main" id="{21AE8714-D7E3-04AE-41CA-0841330D3993}"/>
              </a:ext>
            </a:extLst>
          </p:cNvPr>
          <p:cNvPicPr>
            <a:picLocks noChangeAspect="1"/>
          </p:cNvPicPr>
          <p:nvPr/>
        </p:nvPicPr>
        <p:blipFill>
          <a:blip r:embed="rId4"/>
          <a:stretch>
            <a:fillRect/>
          </a:stretch>
        </p:blipFill>
        <p:spPr>
          <a:xfrm>
            <a:off x="3001995" y="3656341"/>
            <a:ext cx="3230090" cy="1923803"/>
          </a:xfrm>
          <a:prstGeom prst="rect">
            <a:avLst/>
          </a:prstGeom>
        </p:spPr>
      </p:pic>
      <p:pic>
        <p:nvPicPr>
          <p:cNvPr id="9" name="Picture 8">
            <a:extLst>
              <a:ext uri="{FF2B5EF4-FFF2-40B4-BE49-F238E27FC236}">
                <a16:creationId xmlns:a16="http://schemas.microsoft.com/office/drawing/2014/main" id="{C52A9CCF-9360-0CD3-82E7-68B1A0CE655A}"/>
              </a:ext>
            </a:extLst>
          </p:cNvPr>
          <p:cNvPicPr>
            <a:picLocks noChangeAspect="1"/>
          </p:cNvPicPr>
          <p:nvPr/>
        </p:nvPicPr>
        <p:blipFill>
          <a:blip r:embed="rId5"/>
          <a:srcRect t="17712" b="12445"/>
          <a:stretch>
            <a:fillRect/>
          </a:stretch>
        </p:blipFill>
        <p:spPr>
          <a:xfrm>
            <a:off x="309734" y="631614"/>
            <a:ext cx="1593961" cy="838201"/>
          </a:xfrm>
          <a:prstGeom prst="rect">
            <a:avLst/>
          </a:prstGeom>
        </p:spPr>
      </p:pic>
    </p:spTree>
    <p:extLst>
      <p:ext uri="{BB962C8B-B14F-4D97-AF65-F5344CB8AC3E}">
        <p14:creationId xmlns:p14="http://schemas.microsoft.com/office/powerpoint/2010/main" val="11554716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Operation: Undo Remove</a:t>
            </a:r>
          </a:p>
        </p:txBody>
      </p:sp>
      <p:sp>
        <p:nvSpPr>
          <p:cNvPr id="3" name="Content Placeholder 2"/>
          <p:cNvSpPr>
            <a:spLocks noGrp="1"/>
          </p:cNvSpPr>
          <p:nvPr>
            <p:ph idx="1"/>
          </p:nvPr>
        </p:nvSpPr>
        <p:spPr/>
        <p:txBody>
          <a:bodyPr/>
          <a:lstStyle/>
          <a:p>
            <a:r>
              <a:rPr dirty="0"/>
              <a:t>• Uses Stack data structure</a:t>
            </a:r>
          </a:p>
          <a:p>
            <a:r>
              <a:rPr dirty="0"/>
              <a:t>• Pops last removed student</a:t>
            </a:r>
          </a:p>
          <a:p>
            <a:r>
              <a:rPr dirty="0"/>
              <a:t>• Adds student back to beginning of Linked List</a:t>
            </a:r>
          </a:p>
          <a:p>
            <a:r>
              <a:rPr lang="en-US" dirty="0"/>
              <a:t>Display output</a:t>
            </a:r>
          </a:p>
          <a:p>
            <a:endParaRPr dirty="0"/>
          </a:p>
          <a:p>
            <a:r>
              <a:rPr dirty="0"/>
              <a:t>[Insert Code Screenshot]</a:t>
            </a:r>
          </a:p>
          <a:p>
            <a:r>
              <a:rPr dirty="0"/>
              <a:t>[Insert Output Screenshot]</a:t>
            </a:r>
          </a:p>
        </p:txBody>
      </p:sp>
      <p:pic>
        <p:nvPicPr>
          <p:cNvPr id="5" name="Picture 4">
            <a:extLst>
              <a:ext uri="{FF2B5EF4-FFF2-40B4-BE49-F238E27FC236}">
                <a16:creationId xmlns:a16="http://schemas.microsoft.com/office/drawing/2014/main" id="{D2CAE14D-136A-165D-9829-C8BB3FD8C489}"/>
              </a:ext>
            </a:extLst>
          </p:cNvPr>
          <p:cNvPicPr>
            <a:picLocks noChangeAspect="1"/>
          </p:cNvPicPr>
          <p:nvPr/>
        </p:nvPicPr>
        <p:blipFill>
          <a:blip r:embed="rId2"/>
          <a:stretch>
            <a:fillRect/>
          </a:stretch>
        </p:blipFill>
        <p:spPr>
          <a:xfrm>
            <a:off x="5014179" y="4044189"/>
            <a:ext cx="2581635" cy="1453443"/>
          </a:xfrm>
          <a:prstGeom prst="rect">
            <a:avLst/>
          </a:prstGeom>
        </p:spPr>
      </p:pic>
      <p:pic>
        <p:nvPicPr>
          <p:cNvPr id="10" name="Picture 9">
            <a:extLst>
              <a:ext uri="{FF2B5EF4-FFF2-40B4-BE49-F238E27FC236}">
                <a16:creationId xmlns:a16="http://schemas.microsoft.com/office/drawing/2014/main" id="{56B6CC02-C4F9-F7DD-00AF-62FC2735CDFA}"/>
              </a:ext>
            </a:extLst>
          </p:cNvPr>
          <p:cNvPicPr>
            <a:picLocks noChangeAspect="1"/>
          </p:cNvPicPr>
          <p:nvPr/>
        </p:nvPicPr>
        <p:blipFill>
          <a:blip r:embed="rId3"/>
          <a:stretch>
            <a:fillRect/>
          </a:stretch>
        </p:blipFill>
        <p:spPr>
          <a:xfrm>
            <a:off x="594360" y="3965936"/>
            <a:ext cx="4258269" cy="1609950"/>
          </a:xfrm>
          <a:prstGeom prst="rect">
            <a:avLst/>
          </a:prstGeom>
        </p:spPr>
      </p:pic>
      <p:sp>
        <p:nvSpPr>
          <p:cNvPr id="11" name="TextBox 10">
            <a:extLst>
              <a:ext uri="{FF2B5EF4-FFF2-40B4-BE49-F238E27FC236}">
                <a16:creationId xmlns:a16="http://schemas.microsoft.com/office/drawing/2014/main" id="{2E41037F-64EC-A6BC-D1EF-8BD070884D0E}"/>
              </a:ext>
            </a:extLst>
          </p:cNvPr>
          <p:cNvSpPr txBox="1"/>
          <p:nvPr/>
        </p:nvSpPr>
        <p:spPr>
          <a:xfrm>
            <a:off x="5985164" y="3674857"/>
            <a:ext cx="931665" cy="369332"/>
          </a:xfrm>
          <a:prstGeom prst="rect">
            <a:avLst/>
          </a:prstGeom>
          <a:noFill/>
        </p:spPr>
        <p:txBody>
          <a:bodyPr wrap="none" rtlCol="0">
            <a:spAutoFit/>
          </a:bodyPr>
          <a:lstStyle/>
          <a:p>
            <a:r>
              <a:rPr lang="en-US" dirty="0"/>
              <a:t>output</a:t>
            </a:r>
          </a:p>
        </p:txBody>
      </p:sp>
      <p:pic>
        <p:nvPicPr>
          <p:cNvPr id="12" name="Picture 11">
            <a:extLst>
              <a:ext uri="{FF2B5EF4-FFF2-40B4-BE49-F238E27FC236}">
                <a16:creationId xmlns:a16="http://schemas.microsoft.com/office/drawing/2014/main" id="{6D8FC6D8-778C-7CEE-0E62-B5C9894050A0}"/>
              </a:ext>
            </a:extLst>
          </p:cNvPr>
          <p:cNvPicPr>
            <a:picLocks noChangeAspect="1"/>
          </p:cNvPicPr>
          <p:nvPr/>
        </p:nvPicPr>
        <p:blipFill>
          <a:blip r:embed="rId4"/>
          <a:srcRect t="17712" b="12445"/>
          <a:stretch>
            <a:fillRect/>
          </a:stretch>
        </p:blipFill>
        <p:spPr>
          <a:xfrm>
            <a:off x="373642" y="594360"/>
            <a:ext cx="1593961" cy="838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Operation: Sort by Marks</a:t>
            </a:r>
          </a:p>
        </p:txBody>
      </p:sp>
      <p:sp>
        <p:nvSpPr>
          <p:cNvPr id="3" name="Content Placeholder 2"/>
          <p:cNvSpPr>
            <a:spLocks noGrp="1"/>
          </p:cNvSpPr>
          <p:nvPr>
            <p:ph idx="1"/>
          </p:nvPr>
        </p:nvSpPr>
        <p:spPr/>
        <p:txBody>
          <a:bodyPr/>
          <a:lstStyle/>
          <a:p>
            <a:r>
              <a:rPr dirty="0"/>
              <a:t>• Sorts students in descending order</a:t>
            </a:r>
          </a:p>
          <a:p>
            <a:r>
              <a:rPr dirty="0"/>
              <a:t>• Compares marks between nodes</a:t>
            </a:r>
          </a:p>
          <a:p>
            <a:r>
              <a:rPr dirty="0"/>
              <a:t>• Helps identify top-performing students</a:t>
            </a:r>
          </a:p>
          <a:p>
            <a:endParaRPr dirty="0"/>
          </a:p>
          <a:p>
            <a:r>
              <a:rPr dirty="0"/>
              <a:t>[Insert Code Screenshot]</a:t>
            </a:r>
          </a:p>
          <a:p>
            <a:r>
              <a:rPr dirty="0"/>
              <a:t>[Insert Output Screenshot]</a:t>
            </a:r>
          </a:p>
        </p:txBody>
      </p:sp>
      <p:pic>
        <p:nvPicPr>
          <p:cNvPr id="5" name="Picture 4">
            <a:extLst>
              <a:ext uri="{FF2B5EF4-FFF2-40B4-BE49-F238E27FC236}">
                <a16:creationId xmlns:a16="http://schemas.microsoft.com/office/drawing/2014/main" id="{01A6279C-F110-E670-8C59-F03CB61BDEF2}"/>
              </a:ext>
            </a:extLst>
          </p:cNvPr>
          <p:cNvPicPr>
            <a:picLocks noChangeAspect="1"/>
          </p:cNvPicPr>
          <p:nvPr/>
        </p:nvPicPr>
        <p:blipFill>
          <a:blip r:embed="rId2"/>
          <a:stretch>
            <a:fillRect/>
          </a:stretch>
        </p:blipFill>
        <p:spPr>
          <a:xfrm>
            <a:off x="143097" y="3429000"/>
            <a:ext cx="5782689" cy="3149929"/>
          </a:xfrm>
          <a:prstGeom prst="rect">
            <a:avLst/>
          </a:prstGeom>
        </p:spPr>
      </p:pic>
      <p:pic>
        <p:nvPicPr>
          <p:cNvPr id="7" name="Picture 6">
            <a:extLst>
              <a:ext uri="{FF2B5EF4-FFF2-40B4-BE49-F238E27FC236}">
                <a16:creationId xmlns:a16="http://schemas.microsoft.com/office/drawing/2014/main" id="{C256F9C2-B7AC-D701-67A0-769D5A9B4E32}"/>
              </a:ext>
            </a:extLst>
          </p:cNvPr>
          <p:cNvPicPr>
            <a:picLocks noChangeAspect="1"/>
          </p:cNvPicPr>
          <p:nvPr/>
        </p:nvPicPr>
        <p:blipFill>
          <a:blip r:embed="rId3"/>
          <a:stretch>
            <a:fillRect/>
          </a:stretch>
        </p:blipFill>
        <p:spPr>
          <a:xfrm>
            <a:off x="6079572" y="3966358"/>
            <a:ext cx="2470068" cy="1039160"/>
          </a:xfrm>
          <a:prstGeom prst="rect">
            <a:avLst/>
          </a:prstGeom>
        </p:spPr>
      </p:pic>
      <p:pic>
        <p:nvPicPr>
          <p:cNvPr id="9" name="Picture 8">
            <a:extLst>
              <a:ext uri="{FF2B5EF4-FFF2-40B4-BE49-F238E27FC236}">
                <a16:creationId xmlns:a16="http://schemas.microsoft.com/office/drawing/2014/main" id="{444E59ED-F28E-CF2D-9E75-962EE49EF290}"/>
              </a:ext>
            </a:extLst>
          </p:cNvPr>
          <p:cNvPicPr>
            <a:picLocks noChangeAspect="1"/>
          </p:cNvPicPr>
          <p:nvPr/>
        </p:nvPicPr>
        <p:blipFill>
          <a:blip r:embed="rId4"/>
          <a:stretch>
            <a:fillRect/>
          </a:stretch>
        </p:blipFill>
        <p:spPr>
          <a:xfrm>
            <a:off x="6175169" y="5046514"/>
            <a:ext cx="1959428" cy="1230791"/>
          </a:xfrm>
          <a:prstGeom prst="rect">
            <a:avLst/>
          </a:prstGeom>
        </p:spPr>
      </p:pic>
      <p:sp>
        <p:nvSpPr>
          <p:cNvPr id="10" name="TextBox 9">
            <a:extLst>
              <a:ext uri="{FF2B5EF4-FFF2-40B4-BE49-F238E27FC236}">
                <a16:creationId xmlns:a16="http://schemas.microsoft.com/office/drawing/2014/main" id="{DB44E9CA-6300-B3BA-F602-B32E614036A4}"/>
              </a:ext>
            </a:extLst>
          </p:cNvPr>
          <p:cNvSpPr txBox="1"/>
          <p:nvPr/>
        </p:nvSpPr>
        <p:spPr>
          <a:xfrm>
            <a:off x="6848773" y="3597026"/>
            <a:ext cx="931665" cy="369332"/>
          </a:xfrm>
          <a:prstGeom prst="rect">
            <a:avLst/>
          </a:prstGeom>
          <a:noFill/>
        </p:spPr>
        <p:txBody>
          <a:bodyPr wrap="none" rtlCol="0">
            <a:spAutoFit/>
          </a:bodyPr>
          <a:lstStyle/>
          <a:p>
            <a:r>
              <a:rPr lang="en-US" dirty="0"/>
              <a:t>output</a:t>
            </a:r>
          </a:p>
        </p:txBody>
      </p:sp>
      <p:pic>
        <p:nvPicPr>
          <p:cNvPr id="11" name="Picture 10">
            <a:extLst>
              <a:ext uri="{FF2B5EF4-FFF2-40B4-BE49-F238E27FC236}">
                <a16:creationId xmlns:a16="http://schemas.microsoft.com/office/drawing/2014/main" id="{A0A186ED-B7E4-6E53-47F0-D1CCED1A8938}"/>
              </a:ext>
            </a:extLst>
          </p:cNvPr>
          <p:cNvPicPr>
            <a:picLocks noChangeAspect="1"/>
          </p:cNvPicPr>
          <p:nvPr/>
        </p:nvPicPr>
        <p:blipFill>
          <a:blip r:embed="rId5"/>
          <a:srcRect t="17712" b="12445"/>
          <a:stretch>
            <a:fillRect/>
          </a:stretch>
        </p:blipFill>
        <p:spPr>
          <a:xfrm>
            <a:off x="385517" y="449578"/>
            <a:ext cx="1593961" cy="8382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Operation: Process Students (Queue)</a:t>
            </a:r>
          </a:p>
        </p:txBody>
      </p:sp>
      <p:sp>
        <p:nvSpPr>
          <p:cNvPr id="3" name="Content Placeholder 2"/>
          <p:cNvSpPr>
            <a:spLocks noGrp="1"/>
          </p:cNvSpPr>
          <p:nvPr>
            <p:ph idx="1"/>
          </p:nvPr>
        </p:nvSpPr>
        <p:spPr/>
        <p:txBody>
          <a:bodyPr/>
          <a:lstStyle/>
          <a:p>
            <a:r>
              <a:rPr dirty="0"/>
              <a:t>• Queue follows FIFO order</a:t>
            </a:r>
          </a:p>
          <a:p>
            <a:r>
              <a:rPr dirty="0"/>
              <a:t>• Students processed in same order as added</a:t>
            </a:r>
          </a:p>
          <a:p>
            <a:r>
              <a:rPr dirty="0"/>
              <a:t>• Demonstrates queue scheduling</a:t>
            </a:r>
          </a:p>
          <a:p>
            <a:endParaRPr dirty="0"/>
          </a:p>
          <a:p>
            <a:pPr marL="0" indent="0">
              <a:buNone/>
            </a:pPr>
            <a:endParaRPr dirty="0"/>
          </a:p>
          <a:p>
            <a:r>
              <a:rPr dirty="0"/>
              <a:t>[Insert Output Screenshot]</a:t>
            </a:r>
          </a:p>
        </p:txBody>
      </p:sp>
      <p:pic>
        <p:nvPicPr>
          <p:cNvPr id="5" name="Picture 4">
            <a:extLst>
              <a:ext uri="{FF2B5EF4-FFF2-40B4-BE49-F238E27FC236}">
                <a16:creationId xmlns:a16="http://schemas.microsoft.com/office/drawing/2014/main" id="{B0AF1795-0D9C-5D46-FCDD-8DC6D1444D34}"/>
              </a:ext>
            </a:extLst>
          </p:cNvPr>
          <p:cNvPicPr>
            <a:picLocks noChangeAspect="1"/>
          </p:cNvPicPr>
          <p:nvPr/>
        </p:nvPicPr>
        <p:blipFill>
          <a:blip r:embed="rId2"/>
          <a:stretch>
            <a:fillRect/>
          </a:stretch>
        </p:blipFill>
        <p:spPr>
          <a:xfrm>
            <a:off x="463732" y="3429000"/>
            <a:ext cx="3870762" cy="3329645"/>
          </a:xfrm>
          <a:prstGeom prst="rect">
            <a:avLst/>
          </a:prstGeom>
        </p:spPr>
      </p:pic>
      <p:pic>
        <p:nvPicPr>
          <p:cNvPr id="7" name="Picture 6">
            <a:extLst>
              <a:ext uri="{FF2B5EF4-FFF2-40B4-BE49-F238E27FC236}">
                <a16:creationId xmlns:a16="http://schemas.microsoft.com/office/drawing/2014/main" id="{306495D5-C0E3-CC2D-DC95-52DEF5845E38}"/>
              </a:ext>
            </a:extLst>
          </p:cNvPr>
          <p:cNvPicPr>
            <a:picLocks noChangeAspect="1"/>
          </p:cNvPicPr>
          <p:nvPr/>
        </p:nvPicPr>
        <p:blipFill>
          <a:blip r:embed="rId3"/>
          <a:stretch>
            <a:fillRect/>
          </a:stretch>
        </p:blipFill>
        <p:spPr>
          <a:xfrm>
            <a:off x="4334494" y="4024325"/>
            <a:ext cx="3194462" cy="2138993"/>
          </a:xfrm>
          <a:prstGeom prst="rect">
            <a:avLst/>
          </a:prstGeom>
        </p:spPr>
      </p:pic>
      <p:sp>
        <p:nvSpPr>
          <p:cNvPr id="8" name="TextBox 7">
            <a:extLst>
              <a:ext uri="{FF2B5EF4-FFF2-40B4-BE49-F238E27FC236}">
                <a16:creationId xmlns:a16="http://schemas.microsoft.com/office/drawing/2014/main" id="{00AD0FC4-720A-0923-5427-2F2E332CEF74}"/>
              </a:ext>
            </a:extLst>
          </p:cNvPr>
          <p:cNvSpPr txBox="1"/>
          <p:nvPr/>
        </p:nvSpPr>
        <p:spPr>
          <a:xfrm>
            <a:off x="5448628" y="3529320"/>
            <a:ext cx="981359" cy="646331"/>
          </a:xfrm>
          <a:prstGeom prst="rect">
            <a:avLst/>
          </a:prstGeom>
          <a:noFill/>
        </p:spPr>
        <p:txBody>
          <a:bodyPr wrap="none" rtlCol="0">
            <a:spAutoFit/>
          </a:bodyPr>
          <a:lstStyle/>
          <a:p>
            <a:r>
              <a:rPr lang="en-US" dirty="0"/>
              <a:t>Output</a:t>
            </a:r>
          </a:p>
          <a:p>
            <a:endParaRPr lang="en-US" dirty="0"/>
          </a:p>
        </p:txBody>
      </p:sp>
      <p:pic>
        <p:nvPicPr>
          <p:cNvPr id="9" name="Picture 8">
            <a:extLst>
              <a:ext uri="{FF2B5EF4-FFF2-40B4-BE49-F238E27FC236}">
                <a16:creationId xmlns:a16="http://schemas.microsoft.com/office/drawing/2014/main" id="{7AAFE03A-8214-5640-EE42-904CFF16B0B9}"/>
              </a:ext>
            </a:extLst>
          </p:cNvPr>
          <p:cNvPicPr>
            <a:picLocks noChangeAspect="1"/>
          </p:cNvPicPr>
          <p:nvPr/>
        </p:nvPicPr>
        <p:blipFill>
          <a:blip r:embed="rId4"/>
          <a:srcRect t="17712" b="12445"/>
          <a:stretch>
            <a:fillRect/>
          </a:stretch>
        </p:blipFill>
        <p:spPr>
          <a:xfrm>
            <a:off x="373642" y="449578"/>
            <a:ext cx="1593961" cy="8382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Project combines multiple data structures</a:t>
            </a:r>
          </a:p>
          <a:p>
            <a:r>
              <a:t>• Linked List stores student records</a:t>
            </a:r>
          </a:p>
          <a:p>
            <a:r>
              <a:t>• Stack enables undo operation</a:t>
            </a:r>
          </a:p>
          <a:p>
            <a:r>
              <a:t>• Queue processes students sequentially</a:t>
            </a:r>
          </a:p>
          <a:p>
            <a:r>
              <a:t>• Improves understanding of Data Structures in Java</a:t>
            </a:r>
          </a:p>
        </p:txBody>
      </p:sp>
      <p:pic>
        <p:nvPicPr>
          <p:cNvPr id="4" name="Picture 3">
            <a:extLst>
              <a:ext uri="{FF2B5EF4-FFF2-40B4-BE49-F238E27FC236}">
                <a16:creationId xmlns:a16="http://schemas.microsoft.com/office/drawing/2014/main" id="{00347772-F535-B666-86AE-4B35DB29CACA}"/>
              </a:ext>
            </a:extLst>
          </p:cNvPr>
          <p:cNvPicPr>
            <a:picLocks noChangeAspect="1"/>
          </p:cNvPicPr>
          <p:nvPr/>
        </p:nvPicPr>
        <p:blipFill>
          <a:blip r:embed="rId2"/>
          <a:srcRect t="17712" b="12445"/>
          <a:stretch>
            <a:fillRect/>
          </a:stretch>
        </p:blipFill>
        <p:spPr>
          <a:xfrm>
            <a:off x="361766" y="449578"/>
            <a:ext cx="1593961" cy="8382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0CDEC07-8035-DE2F-3FA6-E72DF70B7567}"/>
              </a:ext>
            </a:extLst>
          </p:cNvPr>
          <p:cNvSpPr>
            <a:spLocks noGrp="1" noChangeArrowheads="1"/>
          </p:cNvSpPr>
          <p:nvPr>
            <p:ph type="ctrTitle"/>
          </p:nvPr>
        </p:nvSpPr>
        <p:spPr bwMode="auto">
          <a:xfrm>
            <a:off x="696036" y="2891220"/>
            <a:ext cx="77519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Thank you for your time and attention.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 hope this presentation helped you understand the </a:t>
            </a:r>
            <a:r>
              <a:rPr kumimoji="0" lang="en-US" altLang="en-US" sz="1800" b="1" i="0" u="none" strike="noStrike" cap="none" normalizeH="0" baseline="0" dirty="0">
                <a:ln>
                  <a:noFill/>
                </a:ln>
                <a:solidFill>
                  <a:schemeClr val="tx1"/>
                </a:solidFill>
                <a:effectLst/>
                <a:latin typeface="Arial" panose="020B0604020202020204" pitchFamily="34" charset="0"/>
              </a:rPr>
              <a:t>Student Task Scheduler using Linked List, Stack, and Queue in Java</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 welcome any </a:t>
            </a:r>
            <a:r>
              <a:rPr kumimoji="0" lang="en-US" altLang="en-US" sz="1800" b="1" i="0" u="none" strike="noStrike" cap="none" normalizeH="0" baseline="0" dirty="0">
                <a:ln>
                  <a:noFill/>
                </a:ln>
                <a:solidFill>
                  <a:schemeClr val="tx1"/>
                </a:solidFill>
                <a:effectLst/>
                <a:latin typeface="Arial" panose="020B0604020202020204" pitchFamily="34" charset="0"/>
              </a:rPr>
              <a:t>questions or suggestions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654281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66</TotalTime>
  <Words>390</Words>
  <Application>Microsoft Office PowerPoint</Application>
  <PresentationFormat>On-screen Show (4:3)</PresentationFormat>
  <Paragraphs>80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Vapor Trail</vt:lpstr>
      <vt:lpstr>Student Task Scheduler using Linked List, Stack, and Queue in Java</vt:lpstr>
      <vt:lpstr>Introduction</vt:lpstr>
      <vt:lpstr>Project Objective</vt:lpstr>
      <vt:lpstr>Technologies Used</vt:lpstr>
      <vt:lpstr>Operation: Add Student</vt:lpstr>
      <vt:lpstr>Operation: Display Students</vt:lpstr>
      <vt:lpstr>Operation: Remove Student</vt:lpstr>
      <vt:lpstr>Operation: Undo Remove</vt:lpstr>
      <vt:lpstr>Operation: Sort by Marks</vt:lpstr>
      <vt:lpstr>Operation: Process Students (Queue)</vt:lpstr>
      <vt:lpstr>Conclusion</vt:lpstr>
      <vt:lpstr> Thank you for your time and attention.  We hope this presentation helped you understand the Student Task Scheduler using Linked List, Stack, and Queue in Java.  We welcome any questions or suggestions.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dharam joshi</cp:lastModifiedBy>
  <cp:revision>4</cp:revision>
  <dcterms:created xsi:type="dcterms:W3CDTF">2013-01-27T09:14:16Z</dcterms:created>
  <dcterms:modified xsi:type="dcterms:W3CDTF">2026-03-28T04:39:17Z</dcterms:modified>
  <cp:category/>
</cp:coreProperties>
</file>